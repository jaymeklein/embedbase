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EmbedBase indexes documents into vector embeddings.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Delivery 4 adds the MCP server and the docling parser.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